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69" r:id="rId3"/>
    <p:sldId id="271" r:id="rId4"/>
    <p:sldId id="268" r:id="rId5"/>
    <p:sldId id="256" r:id="rId6"/>
    <p:sldId id="257" r:id="rId7"/>
    <p:sldId id="258" r:id="rId8"/>
    <p:sldId id="270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The complete precision pipeline diagram">
            <a:extLst>
              <a:ext uri="{FF2B5EF4-FFF2-40B4-BE49-F238E27FC236}">
                <a16:creationId xmlns:a16="http://schemas.microsoft.com/office/drawing/2014/main" id="{1B53C813-2659-2178-C97C-B9CCA180E1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75600" y="4419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6" descr="The complete precision pipeline diagram">
            <a:extLst>
              <a:ext uri="{FF2B5EF4-FFF2-40B4-BE49-F238E27FC236}">
                <a16:creationId xmlns:a16="http://schemas.microsoft.com/office/drawing/2014/main" id="{BBA42476-37F4-5D22-3F63-AAA2AED3B7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28000" y="4572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05329A-1C53-213E-2F48-57FEA1FC6D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411363"/>
            <a:ext cx="13497170" cy="632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065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tl class diagram">
            <a:extLst>
              <a:ext uri="{FF2B5EF4-FFF2-40B4-BE49-F238E27FC236}">
                <a16:creationId xmlns:a16="http://schemas.microsoft.com/office/drawing/2014/main" id="{7FF46102-760F-8AE9-D63F-777C3F9E9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0" y="3848964"/>
            <a:ext cx="12954000" cy="5391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B56D70-2950-D004-9B81-56EB36BCDC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92200" y="228553"/>
            <a:ext cx="7772400" cy="1470025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b="1" dirty="0"/>
              <a:t>RAG ELT Pipeline</a:t>
            </a:r>
            <a:endParaRPr lang="en-IN" b="1" dirty="0"/>
          </a:p>
        </p:txBody>
      </p:sp>
      <p:pic>
        <p:nvPicPr>
          <p:cNvPr id="1028" name="Picture 4" descr="etl pipeline">
            <a:extLst>
              <a:ext uri="{FF2B5EF4-FFF2-40B4-BE49-F238E27FC236}">
                <a16:creationId xmlns:a16="http://schemas.microsoft.com/office/drawing/2014/main" id="{9B571A7E-54CE-758A-F344-AAF898BCE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1258164"/>
            <a:ext cx="152908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1711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FFDEF-7251-C1E0-7ECF-0C904F6C7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35200" y="13063"/>
            <a:ext cx="8229600" cy="1143000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dirty="0"/>
              <a:t>Advisors</a:t>
            </a:r>
          </a:p>
        </p:txBody>
      </p:sp>
      <p:pic>
        <p:nvPicPr>
          <p:cNvPr id="1026" name="Picture 2" descr="Advisors API Flow">
            <a:extLst>
              <a:ext uri="{FF2B5EF4-FFF2-40B4-BE49-F238E27FC236}">
                <a16:creationId xmlns:a16="http://schemas.microsoft.com/office/drawing/2014/main" id="{E86373B4-69F5-99CF-7B6C-0659607FB3B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" y="2209800"/>
            <a:ext cx="6096000" cy="647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dvisors Recursive">
            <a:extLst>
              <a:ext uri="{FF2B5EF4-FFF2-40B4-BE49-F238E27FC236}">
                <a16:creationId xmlns:a16="http://schemas.microsoft.com/office/drawing/2014/main" id="{DF5FFF32-4832-4C6A-54A9-19B554804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2600" y="228601"/>
            <a:ext cx="5079231" cy="891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4720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D491A4-7A1A-B850-9CA7-B594A251F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762000"/>
            <a:ext cx="14224882" cy="7209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991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886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2702A0-C9DE-D0C5-DABF-B3ACE83F8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349" y="2680722"/>
            <a:ext cx="15244812" cy="67056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8E48388-316E-715A-0F7F-52CED368F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06400" y="381000"/>
            <a:ext cx="7772400" cy="1470025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dirty="0"/>
              <a:t>MCP WORKFLOW</a:t>
            </a:r>
          </a:p>
        </p:txBody>
      </p:sp>
    </p:spTree>
    <p:extLst>
      <p:ext uri="{BB962C8B-B14F-4D97-AF65-F5344CB8AC3E}">
        <p14:creationId xmlns:p14="http://schemas.microsoft.com/office/powerpoint/2010/main" val="2922384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6</Words>
  <Application>Microsoft Office PowerPoint</Application>
  <PresentationFormat>Custom</PresentationFormat>
  <Paragraphs>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RAG ELT Pipeline</vt:lpstr>
      <vt:lpstr>Advisors</vt:lpstr>
      <vt:lpstr>PowerPoint Presentation</vt:lpstr>
      <vt:lpstr>PowerPoint Presentation</vt:lpstr>
      <vt:lpstr>PowerPoint Presentation</vt:lpstr>
      <vt:lpstr>PowerPoint Presentation</vt:lpstr>
      <vt:lpstr>MCP WORKFLOW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gunji subba rao</dc:creator>
  <cp:lastModifiedBy>Ashok Gunji</cp:lastModifiedBy>
  <cp:revision>8</cp:revision>
  <dcterms:created xsi:type="dcterms:W3CDTF">2006-08-16T00:00:00Z</dcterms:created>
  <dcterms:modified xsi:type="dcterms:W3CDTF">2026-04-23T13:39:46Z</dcterms:modified>
</cp:coreProperties>
</file>